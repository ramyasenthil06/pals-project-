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Corbel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U6FXwRbIGgE15fJBJ8p1ozNxB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rbel-bold.fntdata"/><Relationship Id="rId12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boldItalic.fntdata"/><Relationship Id="rId14" Type="http://schemas.openxmlformats.org/officeDocument/2006/relationships/font" Target="fonts/Corbel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14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14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2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 txBox="1"/>
          <p:nvPr>
            <p:ph type="ctrTitle"/>
          </p:nvPr>
        </p:nvSpPr>
        <p:spPr>
          <a:xfrm>
            <a:off x="1896014" y="245534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IN" sz="4900">
                <a:latin typeface="Times New Roman"/>
                <a:ea typeface="Times New Roman"/>
                <a:cs typeface="Times New Roman"/>
                <a:sym typeface="Times New Roman"/>
              </a:rPr>
              <a:t>Project Title: </a:t>
            </a:r>
            <a:r>
              <a:rPr lang="en-IN" sz="4900">
                <a:latin typeface="Times New Roman"/>
                <a:ea typeface="Times New Roman"/>
                <a:cs typeface="Times New Roman"/>
                <a:sym typeface="Times New Roman"/>
              </a:rPr>
              <a:t>Wave-Based Computation Using Dynamic Liquid Media and Quantum Simulation</a:t>
            </a:r>
            <a:endParaRPr sz="4900"/>
          </a:p>
        </p:txBody>
      </p:sp>
      <p:sp>
        <p:nvSpPr>
          <p:cNvPr id="147" name="Google Shape;147;p1"/>
          <p:cNvSpPr txBox="1"/>
          <p:nvPr>
            <p:ph idx="1" type="subTitle"/>
          </p:nvPr>
        </p:nvSpPr>
        <p:spPr>
          <a:xfrm>
            <a:off x="3384667" y="3003209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Team Name: 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Quantum Minds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Mentor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: Dr. S. Mohamed Nizar(AP)ECE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Institution: 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Rajalakshmi Institute Of Technology(RIT)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Akash 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Harish Ganapathy 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Ramya </a:t>
            </a:r>
            <a:r>
              <a:rPr lang="en-IN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/>
          </a:p>
        </p:txBody>
      </p:sp>
      <p:sp>
        <p:nvSpPr>
          <p:cNvPr id="148" name="Google Shape;148;p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1484325" y="-2"/>
            <a:ext cx="10018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Work Completed (Week2)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1936595" y="1887793"/>
            <a:ext cx="10018713" cy="428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Finalized the software architecture for the project.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Defined the complete data flow from the LiDAR sensor to Qiskit.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Studied LiDAR interfacing with Raspberry Pi 5.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Researched data acquisition and preprocessing techniques.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Explored feature extraction methods for LiDAR data.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Studied quantum feature encoding and Qiskit workflow.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Compared different low-cost LiDAR sensors and selected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80"/>
              </a:spcBef>
              <a:spcAft>
                <a:spcPts val="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   TF-Luna for the prototype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1238505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Who Did What?</a:t>
            </a:r>
            <a:endParaRPr/>
          </a:p>
        </p:txBody>
      </p:sp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2447871" y="2431025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Harish Ganapathy S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Designed the complete system workflow.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Updated the project documentation and PPT.</a:t>
            </a:r>
            <a:endParaRPr/>
          </a:p>
          <a:p>
            <a:pPr indent="0" lvl="0" marL="0" rtl="0" algn="just"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Ramya S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Compared low-cost LiDAR sensors (VL53L0X, TF-Luna, TFMini-S).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Studied LiDAR interfacing with Raspberry Pi 5.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Prepared hardware specifications.</a:t>
            </a:r>
            <a:endParaRPr/>
          </a:p>
          <a:p>
            <a:pPr indent="0" lvl="0" marL="0" rtl="0" algn="just"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Akash S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Studied data preprocessing techniques.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Explored feature extraction methods.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Researched quantum feature encoding.</a:t>
            </a:r>
            <a:endParaRPr/>
          </a:p>
          <a:p>
            <a:pPr indent="-285750" lvl="0" marL="285750" rtl="0" algn="just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Studied the Qiskit workflow and data processing pipeline.</a:t>
            </a:r>
            <a:endParaRPr/>
          </a:p>
        </p:txBody>
      </p:sp>
      <p:sp>
        <p:nvSpPr>
          <p:cNvPr id="162" name="Google Shape;162;p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1307330" y="-415413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/>
          </a:p>
        </p:txBody>
      </p:sp>
      <p:pic>
        <p:nvPicPr>
          <p:cNvPr id="168" name="Google Shape;16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5586" y="996610"/>
            <a:ext cx="5279923" cy="5414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1553137" y="145026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Next Week Goals</a:t>
            </a:r>
            <a:endParaRPr/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2044749" y="1644444"/>
            <a:ext cx="10018713" cy="4191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Finalize the hardware components required for the prototype.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Procure the selected LiDAR sensor and other components.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Interface the LiDAR sensor with Raspberry Pi 5.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Read and verify LiDAR distance measurements.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Implement data preprocessing and feature extraction.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Begin Qiskit implementation using sample data.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Test the complete software pipeline.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1484309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Who Will Do What?</a:t>
            </a:r>
            <a:endParaRPr/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2693678" y="2322870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Harish Ganapathy S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Finalize hardware design.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Complete the software architecture documentation.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Ramya S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Interface the LiDAR sensor with Raspberry Pi 5.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Test sensor communication.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Verify hardware performance.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Akash S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Implement data preprocessing.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Develop feature extraction.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Start Qiskit implementation using processed data.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Analyze the initial results.</a:t>
            </a:r>
            <a:endParaRPr/>
          </a:p>
        </p:txBody>
      </p:sp>
      <p:sp>
        <p:nvSpPr>
          <p:cNvPr id="183" name="Google Shape;183;p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4.mm.bing.net/th/id/OIP.CdCtJ49L39lo4WWvqLAfRAHaHa?pid=Api&amp;P=0&amp;h=180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2840" y="2244213"/>
            <a:ext cx="3903406" cy="193695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2026-07-06T02:20:33Z</dcterms:created>
  <dc:creator>ramyasenthilkumar0407@gmail.com</dc:creator>
</cp:coreProperties>
</file>