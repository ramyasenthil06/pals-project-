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6808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40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743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7286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3305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090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5635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329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9353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7112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646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0361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0642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1043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39557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2876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9278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10BB9B9-92FC-4C05-A67B-0C3CC5DA163B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790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FF360-4907-F96C-FC2F-688A610CC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9305" y="-108428"/>
            <a:ext cx="8574622" cy="2271525"/>
          </a:xfrm>
        </p:spPr>
        <p:txBody>
          <a:bodyPr>
            <a:normAutofit/>
          </a:bodyPr>
          <a:lstStyle/>
          <a:p>
            <a:pPr algn="just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Wave-Based Computation Using Dynamic Liquid Media and Quantum Simulation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5368B2-734C-0B04-CB58-50FF51EEF6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68126" y="2344448"/>
            <a:ext cx="6987645" cy="1388534"/>
          </a:xfrm>
        </p:spPr>
        <p:txBody>
          <a:bodyPr>
            <a:no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Minds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Dr. S. Mohamed Nizar(AP)ECE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Rajalakshmi Institute Of Technology(RIT)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Akash 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Harish Ganapathy 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Ramya </a:t>
            </a:r>
            <a: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028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64AE8-8340-BDAF-543A-58EC3D4A7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1752599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Completed (Week 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6F559-93D1-3C4B-D4F7-A7C536F47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7961" y="952498"/>
            <a:ext cx="9870869" cy="5497462"/>
          </a:xfrm>
        </p:spPr>
        <p:txBody>
          <a:bodyPr>
            <a:norm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Finalized the hardware components for the prototype.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Raspberry Pi 5 as the processing unit.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VL53L5CX (8×8 LiDAR) for obstacle/depth sensing.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MAX98357A I2S amplifier and 4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vibration resonance speaker for haptic feedback.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the hardware circuit diagram.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Raspberry Pi software architecture and Linux environment.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Qiskit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integration with LiDAR data processing.</a:t>
            </a:r>
          </a:p>
        </p:txBody>
      </p:sp>
    </p:spTree>
    <p:extLst>
      <p:ext uri="{BB962C8B-B14F-4D97-AF65-F5344CB8AC3E}">
        <p14:creationId xmlns:p14="http://schemas.microsoft.com/office/powerpoint/2010/main" val="764500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8E3ED-1B98-5224-2708-D6CC23382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2298" y="115529"/>
            <a:ext cx="10018713" cy="109383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Architecture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522FA2C-6231-F743-E129-D8C7A3B425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6387" y="1435510"/>
            <a:ext cx="8229600" cy="4807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155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7E038-FBBC-CCB2-783E-11BDB2F64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0285" y="159774"/>
            <a:ext cx="10018713" cy="907026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Software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82064-3AC7-87E9-7F98-8F6A4A4EE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3287" y="1366684"/>
            <a:ext cx="10018713" cy="4286865"/>
          </a:xfrm>
        </p:spPr>
        <p:txBody>
          <a:bodyPr>
            <a:norm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OS (Linux)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Programming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I²C communication with VL53L5CX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8×8 distance matrix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obstacle information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Quantum Random Number using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Qiskit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vibration signal through I²S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LiDAR Sensor</a:t>
            </a:r>
          </a:p>
        </p:txBody>
      </p:sp>
    </p:spTree>
    <p:extLst>
      <p:ext uri="{BB962C8B-B14F-4D97-AF65-F5344CB8AC3E}">
        <p14:creationId xmlns:p14="http://schemas.microsoft.com/office/powerpoint/2010/main" val="3855230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0BB6A-78D1-0296-642B-31E926918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617" y="-70055"/>
            <a:ext cx="10018713" cy="518650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67D1B6-1B3B-751E-2395-2B279E3BF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813" y="2544096"/>
            <a:ext cx="3372464" cy="3183195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LiDAR Sensor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8×8 Distance Matrix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↓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Qiskit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Quantum Simulation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↓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Logic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↓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MAX98357A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↓ 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Vibration Feedback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735176F-2E62-CAD5-36F2-838385A0DD8F}"/>
              </a:ext>
            </a:extLst>
          </p:cNvPr>
          <p:cNvSpPr/>
          <p:nvPr/>
        </p:nvSpPr>
        <p:spPr>
          <a:xfrm>
            <a:off x="5545394" y="875069"/>
            <a:ext cx="1573161" cy="430162"/>
          </a:xfrm>
          <a:prstGeom prst="round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6DA8B1E-D13A-144F-306C-07DE7DA79BB7}"/>
              </a:ext>
            </a:extLst>
          </p:cNvPr>
          <p:cNvSpPr/>
          <p:nvPr/>
        </p:nvSpPr>
        <p:spPr>
          <a:xfrm>
            <a:off x="5520813" y="1804218"/>
            <a:ext cx="2379406" cy="4055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1FE463F-C388-6BA6-5CCD-B7CF39B3C018}"/>
              </a:ext>
            </a:extLst>
          </p:cNvPr>
          <p:cNvSpPr/>
          <p:nvPr/>
        </p:nvSpPr>
        <p:spPr>
          <a:xfrm>
            <a:off x="5545394" y="2593862"/>
            <a:ext cx="2236299" cy="402520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AEB9272-F2BA-5643-FFCE-FFA3700E1D0C}"/>
              </a:ext>
            </a:extLst>
          </p:cNvPr>
          <p:cNvSpPr/>
          <p:nvPr/>
        </p:nvSpPr>
        <p:spPr>
          <a:xfrm>
            <a:off x="5545394" y="3330680"/>
            <a:ext cx="2182761" cy="42278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2FFBEEF-6BEB-6F13-777C-6125FD6FF03A}"/>
              </a:ext>
            </a:extLst>
          </p:cNvPr>
          <p:cNvSpPr/>
          <p:nvPr/>
        </p:nvSpPr>
        <p:spPr>
          <a:xfrm>
            <a:off x="5545394" y="4166430"/>
            <a:ext cx="2910348" cy="4227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F5F1978-20A6-67DF-A26E-B6D338CE34A0}"/>
              </a:ext>
            </a:extLst>
          </p:cNvPr>
          <p:cNvSpPr/>
          <p:nvPr/>
        </p:nvSpPr>
        <p:spPr>
          <a:xfrm>
            <a:off x="5545394" y="5002179"/>
            <a:ext cx="1681316" cy="42768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29AFE7C-EFB4-5485-D24F-010E8EF193AB}"/>
              </a:ext>
            </a:extLst>
          </p:cNvPr>
          <p:cNvSpPr/>
          <p:nvPr/>
        </p:nvSpPr>
        <p:spPr>
          <a:xfrm>
            <a:off x="5545394" y="5828074"/>
            <a:ext cx="1573161" cy="37608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68556D0-5931-1B1C-5B41-DCCCC5985323}"/>
              </a:ext>
            </a:extLst>
          </p:cNvPr>
          <p:cNvSpPr/>
          <p:nvPr/>
        </p:nvSpPr>
        <p:spPr>
          <a:xfrm>
            <a:off x="5515897" y="6618341"/>
            <a:ext cx="2207342" cy="27899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105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95FA1-65C7-2E2C-89C9-166FF45B3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8775" y="312175"/>
            <a:ext cx="10018713" cy="582561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Did What?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F64AB-A883-9F91-053F-F18C03F14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6890" y="1238866"/>
            <a:ext cx="8976133" cy="47883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Harish Ganapathy S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Finalized hardware components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circuit diagram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hardware architecture</a:t>
            </a:r>
          </a:p>
          <a:p>
            <a:pPr marL="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Ramya S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Raspberry Pi interfacing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sensor communication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 hardware testing</a:t>
            </a:r>
          </a:p>
          <a:p>
            <a:pPr marL="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Akash S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Raspberry Pi software workflow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 LiDAR data preprocessing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Researched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Qiskit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integration and data processing</a:t>
            </a:r>
          </a:p>
        </p:txBody>
      </p:sp>
    </p:spTree>
    <p:extLst>
      <p:ext uri="{BB962C8B-B14F-4D97-AF65-F5344CB8AC3E}">
        <p14:creationId xmlns:p14="http://schemas.microsoft.com/office/powerpoint/2010/main" val="3325048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7EB03-471D-023A-92FE-5885289A5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0788" y="292511"/>
            <a:ext cx="10018713" cy="100534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Week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BC138-A30C-5973-4EDB-B7108F9D7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3287" y="1297859"/>
            <a:ext cx="10018713" cy="4935793"/>
          </a:xfrm>
        </p:spPr>
        <p:txBody>
          <a:bodyPr>
            <a:norm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 all hardware components.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Assemble the prototype.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VL53L5CX with Raspberry Pi.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real-time 8×8 depth data.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MAX98357A and vibration speaker.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Qiskit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simulation on Raspberry Pi.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reliability and performance testing.</a:t>
            </a:r>
          </a:p>
        </p:txBody>
      </p:sp>
    </p:spTree>
    <p:extLst>
      <p:ext uri="{BB962C8B-B14F-4D97-AF65-F5344CB8AC3E}">
        <p14:creationId xmlns:p14="http://schemas.microsoft.com/office/powerpoint/2010/main" val="701614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EEDE2-261D-D3DE-CFC0-6B08C8E6F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8775" y="243348"/>
            <a:ext cx="10018713" cy="739877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78465-38B4-3DE5-B997-426623C53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4078" y="1248698"/>
            <a:ext cx="10018713" cy="4748980"/>
          </a:xfrm>
        </p:spPr>
        <p:txBody>
          <a:bodyPr>
            <a:norm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Raspberry Pi prototype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LiDAR sensing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obstacle detection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Quantum-assisted processing using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Qiskit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Vibration feedback for user navigation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reliability and performance evaluation</a:t>
            </a:r>
          </a:p>
        </p:txBody>
      </p:sp>
    </p:spTree>
    <p:extLst>
      <p:ext uri="{BB962C8B-B14F-4D97-AF65-F5344CB8AC3E}">
        <p14:creationId xmlns:p14="http://schemas.microsoft.com/office/powerpoint/2010/main" val="480557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https://tse4.mm.bing.net/th/id/OIP.CdCtJ49L39lo4WWvqLAfRAHaHa?pid=Api&amp;P=0&amp;h=180">
            <a:extLst>
              <a:ext uri="{FF2B5EF4-FFF2-40B4-BE49-F238E27FC236}">
                <a16:creationId xmlns:a16="http://schemas.microsoft.com/office/drawing/2014/main" id="{83667167-C60D-3A25-CDF6-A64F871776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3006" y="2244213"/>
            <a:ext cx="3913240" cy="2327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72971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41</TotalTime>
  <Words>311</Words>
  <Application>Microsoft Office PowerPoint</Application>
  <PresentationFormat>Widescreen</PresentationFormat>
  <Paragraphs>70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Corbel</vt:lpstr>
      <vt:lpstr>Times New Roman</vt:lpstr>
      <vt:lpstr>Parallax</vt:lpstr>
      <vt:lpstr>Project Title: Wave-Based Computation Using Dynamic Liquid Media and Quantum Simulation</vt:lpstr>
      <vt:lpstr>Work Completed (Week 3)</vt:lpstr>
      <vt:lpstr>Hardware Architecture</vt:lpstr>
      <vt:lpstr>Raspberry Pi Software Workflow</vt:lpstr>
      <vt:lpstr>Data Flow </vt:lpstr>
      <vt:lpstr>Who Did What?</vt:lpstr>
      <vt:lpstr>Next Week Goals</vt:lpstr>
      <vt:lpstr>Expected Outcome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ramyasenthilkumar0407@gmail.com</dc:creator>
  <cp:lastModifiedBy>ramyasenthilkumar0407@gmail.com</cp:lastModifiedBy>
  <cp:revision>2</cp:revision>
  <dcterms:created xsi:type="dcterms:W3CDTF">2026-07-12T23:52:48Z</dcterms:created>
  <dcterms:modified xsi:type="dcterms:W3CDTF">2026-07-13T00:34:16Z</dcterms:modified>
</cp:coreProperties>
</file>