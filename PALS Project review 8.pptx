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Corbel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DQFbcS+LNbrRh5llVPG0L89Fg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orbel-bold.fntdata"/><Relationship Id="rId14" Type="http://schemas.openxmlformats.org/officeDocument/2006/relationships/font" Target="fonts/Corbel-regular.fntdata"/><Relationship Id="rId17" Type="http://schemas.openxmlformats.org/officeDocument/2006/relationships/font" Target="fonts/Corbel-boldItalic.fntdata"/><Relationship Id="rId16" Type="http://schemas.openxmlformats.org/officeDocument/2006/relationships/font" Target="fonts/Corbel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10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0" name="Google Shape;20;p10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" name="Google Shape;21;p10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2" name="Google Shape;22;p10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3" name="Google Shape;23;p10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4" name="Google Shape;24;p10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5" name="Google Shape;25;p10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26" name="Google Shape;26;p10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14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8" name="Google Shape;58;p15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9" name="Google Shape;59;p15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0" name="Google Shape;60;p1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2" name="Google Shape;72;p1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9" name="Google Shape;79;p1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6" name="Google Shape;86;p1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2" name="Google Shape;92;p2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IN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97" name="Google Shape;97;p2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IN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98" name="Google Shape;98;p21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2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IN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12" name="Google Shape;112;p23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IN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13" name="Google Shape;113;p23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9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7" name="Google Shape;7;p9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Google Shape;8;p9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9" name="Google Shape;9;p9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0" name="Google Shape;10;p9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1" name="Google Shape;11;p9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2" name="Google Shape;12;p9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3" name="Google Shape;13;p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2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5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" name="Google Shape;15;p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6" name="Google Shape;16;p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7" name="Google Shape;17;p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/>
          <p:nvPr>
            <p:ph type="ctrTitle"/>
          </p:nvPr>
        </p:nvSpPr>
        <p:spPr>
          <a:xfrm>
            <a:off x="2289305" y="-108428"/>
            <a:ext cx="8574622" cy="2271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IN" sz="4000">
                <a:latin typeface="Times New Roman"/>
                <a:ea typeface="Times New Roman"/>
                <a:cs typeface="Times New Roman"/>
                <a:sym typeface="Times New Roman"/>
              </a:rPr>
              <a:t>Project Title: </a:t>
            </a:r>
            <a:r>
              <a:rPr lang="en-IN" sz="4000">
                <a:latin typeface="Times New Roman"/>
                <a:ea typeface="Times New Roman"/>
                <a:cs typeface="Times New Roman"/>
                <a:sym typeface="Times New Roman"/>
              </a:rPr>
              <a:t>Wave-Based Computation Using Dynamic Liquid Media and Quantum Simulation</a:t>
            </a:r>
            <a:endParaRPr sz="4000"/>
          </a:p>
        </p:txBody>
      </p:sp>
      <p:sp>
        <p:nvSpPr>
          <p:cNvPr id="143" name="Google Shape;143;p1"/>
          <p:cNvSpPr txBox="1"/>
          <p:nvPr>
            <p:ph idx="1" type="subTitle"/>
          </p:nvPr>
        </p:nvSpPr>
        <p:spPr>
          <a:xfrm>
            <a:off x="3768126" y="2344448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Team Name: 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Quantum Minds</a:t>
            </a:r>
            <a:endParaRPr/>
          </a:p>
          <a:p>
            <a:pPr indent="0" lvl="0" marL="0" rtl="0" algn="r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Mentor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: Dr. S. Mohamed Nizar(AP)ECE</a:t>
            </a:r>
            <a:endParaRPr/>
          </a:p>
          <a:p>
            <a:pPr indent="0" lvl="0" marL="0" rtl="0" algn="r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Institution: 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Rajalakshmi Institute Of Technology(RIT)</a:t>
            </a:r>
            <a:endParaRPr/>
          </a:p>
          <a:p>
            <a:pPr indent="0" lvl="0" marL="0" rtl="0" algn="r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/>
          </a:p>
          <a:p>
            <a:pPr indent="0" lvl="0" marL="0" rtl="0" algn="r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Akash S</a:t>
            </a:r>
            <a:endParaRPr/>
          </a:p>
          <a:p>
            <a:pPr indent="0" lvl="0" marL="0" rtl="0" algn="r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Harish Ganapathy S</a:t>
            </a:r>
            <a:endParaRPr/>
          </a:p>
          <a:p>
            <a:pPr indent="0" lvl="0" marL="0" rtl="0" algn="r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Ramya </a:t>
            </a:r>
            <a:r>
              <a:rPr lang="en-IN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  <a:p>
            <a:pPr indent="0" lvl="0" marL="0" rtl="0" algn="r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>
            <p:ph type="title"/>
          </p:nvPr>
        </p:nvSpPr>
        <p:spPr>
          <a:xfrm>
            <a:off x="1484310" y="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Weekly Progress Report (Week 8)</a:t>
            </a:r>
            <a:endParaRPr/>
          </a:p>
        </p:txBody>
      </p:sp>
      <p:sp>
        <p:nvSpPr>
          <p:cNvPr id="149" name="Google Shape;149;p2"/>
          <p:cNvSpPr txBox="1"/>
          <p:nvPr>
            <p:ph idx="1" type="body"/>
          </p:nvPr>
        </p:nvSpPr>
        <p:spPr>
          <a:xfrm>
            <a:off x="1558222" y="1131546"/>
            <a:ext cx="9870900" cy="54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Progress Achieved This Week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Raspberry Pi 5 Setup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Raspberry Pi 5 was prepared for the project.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Raspberry Pi OS was successfully installed.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operating system was booted and tested successfully.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Raspberry Pi is now ready for sensor interfacing.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software environment will be configured for Python, LiDAR data acquisition and Qiskit-based processing.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Raspberry Pi 5 is ready for the next stage of hardware integration.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/>
          <p:nvPr>
            <p:ph type="title"/>
          </p:nvPr>
        </p:nvSpPr>
        <p:spPr>
          <a:xfrm>
            <a:off x="1602298" y="115529"/>
            <a:ext cx="10018713" cy="1093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Current Hardware Status</a:t>
            </a:r>
            <a:endParaRPr/>
          </a:p>
        </p:txBody>
      </p:sp>
      <p:sp>
        <p:nvSpPr>
          <p:cNvPr id="155" name="Google Shape;155;p3"/>
          <p:cNvSpPr txBox="1"/>
          <p:nvPr>
            <p:ph idx="1" type="body"/>
          </p:nvPr>
        </p:nvSpPr>
        <p:spPr>
          <a:xfrm>
            <a:off x="2173287" y="1777886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Raspberry Pi 5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–  OS Installed &amp; Ready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VL53L5CX LiDAR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– To be obtained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Speaker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–  To be obtained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 txBox="1"/>
          <p:nvPr>
            <p:ph type="title"/>
          </p:nvPr>
        </p:nvSpPr>
        <p:spPr>
          <a:xfrm>
            <a:off x="1720285" y="159774"/>
            <a:ext cx="10018713" cy="907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Next Hardware Integration</a:t>
            </a:r>
            <a:endParaRPr/>
          </a:p>
        </p:txBody>
      </p:sp>
      <p:sp>
        <p:nvSpPr>
          <p:cNvPr id="161" name="Google Shape;161;p4"/>
          <p:cNvSpPr txBox="1"/>
          <p:nvPr>
            <p:ph idx="1" type="body"/>
          </p:nvPr>
        </p:nvSpPr>
        <p:spPr>
          <a:xfrm>
            <a:off x="2367496" y="1188659"/>
            <a:ext cx="10018713" cy="4286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Once the VL53L5CX is available: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Connect VL53L5CX to Raspberry Pi 5.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Enable and test I²C communication.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Read the 8×8 distance matrix.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Verify sensor measurements.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Store measurement data for further processing.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 txBox="1"/>
          <p:nvPr>
            <p:ph type="title"/>
          </p:nvPr>
        </p:nvSpPr>
        <p:spPr>
          <a:xfrm>
            <a:off x="1808775" y="312175"/>
            <a:ext cx="10018713" cy="582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Software Preparation</a:t>
            </a:r>
            <a:endParaRPr/>
          </a:p>
        </p:txBody>
      </p:sp>
      <p:sp>
        <p:nvSpPr>
          <p:cNvPr id="167" name="Google Shape;167;p5"/>
          <p:cNvSpPr txBox="1"/>
          <p:nvPr>
            <p:ph idx="1" type="body"/>
          </p:nvPr>
        </p:nvSpPr>
        <p:spPr>
          <a:xfrm>
            <a:off x="2330064" y="894736"/>
            <a:ext cx="8976133" cy="478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Current software work: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Designed the data-flow architecture.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Prepared simulated LiDAR data for testing.</a:t>
            </a:r>
            <a:endParaRPr/>
          </a:p>
          <a:p>
            <a:pPr indent="-285750" lvl="0" marL="285750" rtl="0" algn="just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Developed the initial Qiskit processing workflow.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>
            <p:ph type="title"/>
          </p:nvPr>
        </p:nvSpPr>
        <p:spPr>
          <a:xfrm>
            <a:off x="2011076" y="235256"/>
            <a:ext cx="10018713" cy="739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Hardware Setup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6508" y="1157007"/>
            <a:ext cx="4163766" cy="21848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blob:https://web.whatsapp.com/554a4868-3a20-4853-9f91-4df1a79abe07" id="174" name="Google Shape;174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blob:https://web.whatsapp.com/554a4868-3a20-4853-9f91-4df1a79abe07" id="175" name="Google Shape;175;p6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blob:https://web.whatsapp.com/554a4868-3a20-4853-9f91-4df1a79abe07" id="176" name="Google Shape;176;p6"/>
          <p:cNvSpPr/>
          <p:nvPr/>
        </p:nvSpPr>
        <p:spPr>
          <a:xfrm>
            <a:off x="917575" y="769936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blob:https://web.whatsapp.com/554a4868-3a20-4853-9f91-4df1a79abe07" id="177" name="Google Shape;177;p6"/>
          <p:cNvSpPr/>
          <p:nvPr/>
        </p:nvSpPr>
        <p:spPr>
          <a:xfrm>
            <a:off x="556130" y="312736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blob:https://web.whatsapp.com/554a4868-3a20-4853-9f91-4df1a79abe07" id="178" name="Google Shape;178;p6"/>
          <p:cNvSpPr/>
          <p:nvPr/>
        </p:nvSpPr>
        <p:spPr>
          <a:xfrm>
            <a:off x="765175" y="4651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blob:https://web.whatsapp.com/554a4868-3a20-4853-9f91-4df1a79abe07" id="179" name="Google Shape;179;p6"/>
          <p:cNvSpPr/>
          <p:nvPr/>
        </p:nvSpPr>
        <p:spPr>
          <a:xfrm>
            <a:off x="917575" y="6175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80" name="Google Shape;18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1226" y="3494298"/>
            <a:ext cx="3439114" cy="2716160"/>
          </a:xfrm>
          <a:prstGeom prst="rect">
            <a:avLst/>
          </a:prstGeom>
          <a:noFill/>
          <a:ln>
            <a:noFill/>
          </a:ln>
        </p:spPr>
      </p:pic>
      <p:sp>
        <p:nvSpPr>
          <p:cNvPr descr="blob:https://web.whatsapp.com/51ad1b6d-f8ad-480b-9c4a-6dc11e4b1258" id="181" name="Google Shape;181;p6"/>
          <p:cNvSpPr/>
          <p:nvPr/>
        </p:nvSpPr>
        <p:spPr>
          <a:xfrm>
            <a:off x="1069975" y="769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82" name="Google Shape;18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11987" y="1244871"/>
            <a:ext cx="3724190" cy="4965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>
            <p:ph type="title"/>
          </p:nvPr>
        </p:nvSpPr>
        <p:spPr>
          <a:xfrm>
            <a:off x="1592465" y="-458429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Next Week Plan</a:t>
            </a:r>
            <a:endParaRPr/>
          </a:p>
        </p:txBody>
      </p:sp>
      <p:sp>
        <p:nvSpPr>
          <p:cNvPr id="188" name="Google Shape;188;p7"/>
          <p:cNvSpPr txBox="1"/>
          <p:nvPr>
            <p:ph idx="1" type="body"/>
          </p:nvPr>
        </p:nvSpPr>
        <p:spPr>
          <a:xfrm>
            <a:off x="2261781" y="786581"/>
            <a:ext cx="9684055" cy="57334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450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Obtain the VL53L5CX sensor.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Obtain the speaker.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Interface the sensor with Raspberry Pi 5.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Test real-time 8×8 distance measurements.</a:t>
            </a:r>
            <a:endParaRPr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Collect real sensor data.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Save consecutive frames.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Develop preprocessing and feature extraction.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Integrate real sensor data with the existing Qiskit workflow.</a:t>
            </a:r>
            <a:endParaRPr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Prototype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Start the liquid-wave setup.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Test sound-generated waves.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Observe the sensor response to wave patterns.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tse4.mm.bing.net/th/id/OIP.CdCtJ49L39lo4WWvqLAfRAHaHa?pid=Api&amp;P=0&amp;h=180" id="193" name="Google Shape;1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3006" y="2244213"/>
            <a:ext cx="3913240" cy="2327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2026-07-12T23:52:48Z</dcterms:created>
  <dc:creator>ramyasenthilkumar0407@gmail.com</dc:creator>
</cp:coreProperties>
</file>