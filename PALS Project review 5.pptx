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80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0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74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28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0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9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635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5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11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361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64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04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55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87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7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0BB9B9-92FC-4C05-A67B-0C3CC5DA163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9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F360-4907-F96C-FC2F-688A610CC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9305" y="-108428"/>
            <a:ext cx="8574622" cy="2271525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Wave-Based Computation Using Dynamic Liquid Media and Quantum Simulation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368B2-734C-0B04-CB58-50FF51EEF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8126" y="2344448"/>
            <a:ext cx="6987645" cy="138853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Minds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S. Mohamed Nizar(AP)ECE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Technology(RIT)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Ganapathy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4AE8-8340-BDAF-543A-58EC3D4A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Progress Report (Week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F559-93D1-3C4B-D4F7-A7C536F4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961" y="952498"/>
            <a:ext cx="9870869" cy="54974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Achieved This Week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Purchased the VL53L0X Time-of-Flight (ToF) sensor for initial software development and interface testing.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Purchased the MAX98357A I²S Digital Audio Amplifier for vibration output.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specifications and compatibility of the purchased modules with Raspberry Pi.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the hardware integration sequence.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 software workflow development.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50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3ED-1B98-5224-2708-D6CC2338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298" y="115529"/>
            <a:ext cx="10018713" cy="109383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Procurement Status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B7CDCB-6663-1C0A-523D-0835EC9AC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742" y="1791928"/>
            <a:ext cx="10018713" cy="312420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5 - To be Procured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VL53L0X ToF Sensor -  Purchased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MAX98357A Amplifier - Purchased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VL53L5CX LiDAR - To be Procured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Resonance Speaker - To be Procured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15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E038-FBBC-CCB2-783E-11BDB2F6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85" y="159774"/>
            <a:ext cx="10018713" cy="9070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by Harish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2064-3AC7-87E9-7F98-8F6A4A4E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1366684"/>
            <a:ext cx="10018713" cy="428686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Progress Identified compatible hardware modules.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Purchased the initial sensing and amplifier modules.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compatibility between components.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the circuit connections.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for prototype assembly after the remaining components arrive.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23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5FA1-65C7-2E2C-89C9-166FF45B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312175"/>
            <a:ext cx="10018713" cy="58256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by Ramya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F64AB-A883-9F91-053F-F18C03F14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890" y="1238866"/>
            <a:ext cx="8976133" cy="4788308"/>
          </a:xfrm>
        </p:spPr>
        <p:txBody>
          <a:bodyPr>
            <a:no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Interface Study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Raspberry Pi GPIO connections.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I²C communication for the ToF sensor.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I²S communication for the amplifier.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hardware connection documentation.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hardware integration testing.</a:t>
            </a:r>
          </a:p>
        </p:txBody>
      </p:sp>
    </p:spTree>
    <p:extLst>
      <p:ext uri="{BB962C8B-B14F-4D97-AF65-F5344CB8AC3E}">
        <p14:creationId xmlns:p14="http://schemas.microsoft.com/office/powerpoint/2010/main" val="3325048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EDE2-261D-D3DE-CFC0-6B08C8E6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243348"/>
            <a:ext cx="10018713" cy="73987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by Akash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78465-38B4-3DE5-B997-426623C5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078" y="1248698"/>
            <a:ext cx="10018713" cy="474898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Raspberry Pi OS and Python environment.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software workflow.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Python logic for reading sensor data.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preprocessing of distance measurements.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migration from VL53L0X (single distance value) to VL53L5CX (8×8 matrix).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480557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2D3D-9969-AD6B-8AB3-D8B53D0F3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789" y="19050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Project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861C-038E-FB38-6E3F-328F4C784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58" y="2096728"/>
            <a:ext cx="9398920" cy="312420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Completed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Workflow Completed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Selection Completed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 Hardware Purchased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Remaining Components to be Procured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Assembly Pending</a:t>
            </a:r>
          </a:p>
        </p:txBody>
      </p:sp>
    </p:spTree>
    <p:extLst>
      <p:ext uri="{BB962C8B-B14F-4D97-AF65-F5344CB8AC3E}">
        <p14:creationId xmlns:p14="http://schemas.microsoft.com/office/powerpoint/2010/main" val="240535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5116-DA97-3766-BC61-4B83CA95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795" y="322007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Week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84DEF-0643-68CB-12AF-71DAACBD0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432" y="2438399"/>
            <a:ext cx="10018713" cy="3124201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Raspberry Pi 5.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VL53L5CX LiDAR sensor.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the vibration resonance speaker.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the VL53L0X with Raspberry Pi for software testing.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Python development.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hardware integration.</a:t>
            </a:r>
          </a:p>
        </p:txBody>
      </p:sp>
    </p:spTree>
    <p:extLst>
      <p:ext uri="{BB962C8B-B14F-4D97-AF65-F5344CB8AC3E}">
        <p14:creationId xmlns:p14="http://schemas.microsoft.com/office/powerpoint/2010/main" val="39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tse4.mm.bing.net/th/id/OIP.CdCtJ49L39lo4WWvqLAfRAHaHa?pid=Api&amp;P=0&amp;h=180">
            <a:extLst>
              <a:ext uri="{FF2B5EF4-FFF2-40B4-BE49-F238E27FC236}">
                <a16:creationId xmlns:a16="http://schemas.microsoft.com/office/drawing/2014/main" id="{83667167-C60D-3A25-CDF6-A64F87177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06" y="2244213"/>
            <a:ext cx="3913240" cy="232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297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83</TotalTime>
  <Words>336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Parallax</vt:lpstr>
      <vt:lpstr>Project Title: Wave-Based Computation Using Dynamic Liquid Media and Quantum Simulation</vt:lpstr>
      <vt:lpstr>Weekly Progress Report (Week 5)</vt:lpstr>
      <vt:lpstr>Hardware Procurement Status</vt:lpstr>
      <vt:lpstr>Work Done by Harish</vt:lpstr>
      <vt:lpstr>Work Done by Ramya</vt:lpstr>
      <vt:lpstr>Work Done by Akash</vt:lpstr>
      <vt:lpstr>Current Project Status</vt:lpstr>
      <vt:lpstr>Next Week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Wave-Based Computation Using Dynamic Liquid Media and Quantum Simulation</dc:title>
  <dc:creator>ramyasenthilkumar0407@gmail.com</dc:creator>
  <cp:lastModifiedBy>Ramya S</cp:lastModifiedBy>
  <cp:revision>7</cp:revision>
  <dcterms:created xsi:type="dcterms:W3CDTF">2026-07-12T23:52:48Z</dcterms:created>
  <dcterms:modified xsi:type="dcterms:W3CDTF">2026-08-17T14:43:19Z</dcterms:modified>
</cp:coreProperties>
</file>