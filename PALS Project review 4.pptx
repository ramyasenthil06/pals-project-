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680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40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743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728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305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09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635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29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35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112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4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0361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064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1043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955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287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78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10BB9B9-92FC-4C05-A67B-0C3CC5DA163B}" type="datetimeFigureOut">
              <a:rPr lang="en-IN" smtClean="0"/>
              <a:t>20-07-2026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826D8E-E576-497D-96BA-129085D75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790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F360-4907-F96C-FC2F-688A610CC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9305" y="-108428"/>
            <a:ext cx="8574622" cy="2271525"/>
          </a:xfrm>
        </p:spPr>
        <p:txBody>
          <a:bodyPr>
            <a:normAutofit/>
          </a:bodyPr>
          <a:lstStyle/>
          <a:p>
            <a:pPr algn="just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Wave-Based Computation Using Dynamic Liquid Media and Quantum Simulation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368B2-734C-0B04-CB58-50FF51EEF6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8126" y="2344448"/>
            <a:ext cx="6987645" cy="1388534"/>
          </a:xfrm>
        </p:spPr>
        <p:txBody>
          <a:bodyPr>
            <a:no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 Minds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Dr. S. Mohamed Nizar(AP)ECE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Rajalakshmi Institute Of Technology(RIT)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 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</a:t>
            </a:r>
            <a:r>
              <a:rPr lang="en-I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28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4AE8-8340-BDAF-543A-58EC3D4A7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 (Week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6F559-93D1-3C4B-D4F7-A7C536F47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961" y="952498"/>
            <a:ext cx="9870869" cy="5497462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hardware components for the prototype.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hardware architecture.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software environment.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the software workflow.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LiDAR data processing pipeline.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prototype implementation plan.</a:t>
            </a:r>
          </a:p>
        </p:txBody>
      </p:sp>
    </p:spTree>
    <p:extLst>
      <p:ext uri="{BB962C8B-B14F-4D97-AF65-F5344CB8AC3E}">
        <p14:creationId xmlns:p14="http://schemas.microsoft.com/office/powerpoint/2010/main" val="76450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E3ED-1B98-5224-2708-D6CC2338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298" y="115529"/>
            <a:ext cx="10018713" cy="109383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522FA2C-6231-F743-E129-D8C7A3B42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6387" y="1435510"/>
            <a:ext cx="8229600" cy="480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5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7E038-FBBC-CCB2-783E-11BDB2F6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285" y="159774"/>
            <a:ext cx="10018713" cy="90702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Software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2064-3AC7-87E9-7F98-8F6A4A4E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3287" y="1366684"/>
            <a:ext cx="10018713" cy="4286865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OS (Linux)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Programming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I²C communication with VL53L5CX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8×8 distance matrix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obstacle information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Quantum Random Number using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vibration signal through I²S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</a:p>
        </p:txBody>
      </p:sp>
    </p:spTree>
    <p:extLst>
      <p:ext uri="{BB962C8B-B14F-4D97-AF65-F5344CB8AC3E}">
        <p14:creationId xmlns:p14="http://schemas.microsoft.com/office/powerpoint/2010/main" val="3855230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BB6A-78D1-0296-642B-31E92691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617" y="-70055"/>
            <a:ext cx="10018713" cy="51865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67D1B6-1B3B-751E-2395-2B279E3BF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0813" y="2544096"/>
            <a:ext cx="3372464" cy="3183195"/>
          </a:xfr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Sensor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8×8 Distance Matrix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Quantum Simulation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Logic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MAX98357A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↓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Vibration Feedback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735176F-2E62-CAD5-36F2-838385A0DD8F}"/>
              </a:ext>
            </a:extLst>
          </p:cNvPr>
          <p:cNvSpPr/>
          <p:nvPr/>
        </p:nvSpPr>
        <p:spPr>
          <a:xfrm>
            <a:off x="5545394" y="875069"/>
            <a:ext cx="1573161" cy="430162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tx1"/>
                </a:solidFill>
              </a:ln>
              <a:noFill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6DA8B1E-D13A-144F-306C-07DE7DA79BB7}"/>
              </a:ext>
            </a:extLst>
          </p:cNvPr>
          <p:cNvSpPr/>
          <p:nvPr/>
        </p:nvSpPr>
        <p:spPr>
          <a:xfrm>
            <a:off x="5520813" y="1804218"/>
            <a:ext cx="2379406" cy="4055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1FE463F-C388-6BA6-5CCD-B7CF39B3C018}"/>
              </a:ext>
            </a:extLst>
          </p:cNvPr>
          <p:cNvSpPr/>
          <p:nvPr/>
        </p:nvSpPr>
        <p:spPr>
          <a:xfrm>
            <a:off x="5545394" y="2593862"/>
            <a:ext cx="2236299" cy="40252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AEB9272-F2BA-5643-FFCE-FFA3700E1D0C}"/>
              </a:ext>
            </a:extLst>
          </p:cNvPr>
          <p:cNvSpPr/>
          <p:nvPr/>
        </p:nvSpPr>
        <p:spPr>
          <a:xfrm>
            <a:off x="5545394" y="3330680"/>
            <a:ext cx="2182761" cy="4227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2FFBEEF-6BEB-6F13-777C-6125FD6FF03A}"/>
              </a:ext>
            </a:extLst>
          </p:cNvPr>
          <p:cNvSpPr/>
          <p:nvPr/>
        </p:nvSpPr>
        <p:spPr>
          <a:xfrm>
            <a:off x="5545394" y="4166430"/>
            <a:ext cx="2910348" cy="42278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F5F1978-20A6-67DF-A26E-B6D338CE34A0}"/>
              </a:ext>
            </a:extLst>
          </p:cNvPr>
          <p:cNvSpPr/>
          <p:nvPr/>
        </p:nvSpPr>
        <p:spPr>
          <a:xfrm>
            <a:off x="5545394" y="5002179"/>
            <a:ext cx="1681316" cy="42768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29AFE7C-EFB4-5485-D24F-010E8EF193AB}"/>
              </a:ext>
            </a:extLst>
          </p:cNvPr>
          <p:cNvSpPr/>
          <p:nvPr/>
        </p:nvSpPr>
        <p:spPr>
          <a:xfrm>
            <a:off x="5545394" y="5828074"/>
            <a:ext cx="1573161" cy="37608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68556D0-5931-1B1C-5B41-DCCCC5985323}"/>
              </a:ext>
            </a:extLst>
          </p:cNvPr>
          <p:cNvSpPr/>
          <p:nvPr/>
        </p:nvSpPr>
        <p:spPr>
          <a:xfrm>
            <a:off x="5515897" y="6618341"/>
            <a:ext cx="2207342" cy="27899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105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95FA1-65C7-2E2C-89C9-166FF45B3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312175"/>
            <a:ext cx="10018713" cy="58256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Did 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F64AB-A883-9F91-053F-F18C03F14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6890" y="1238866"/>
            <a:ext cx="8976133" cy="478830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Harish Ganapathy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Finalized hardware architecture.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circuit design.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Ramya 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Raspberry Pi interfacing.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hardware specifications.</a:t>
            </a:r>
          </a:p>
          <a:p>
            <a:pPr marL="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Akash S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software workflow.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data preprocessing.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feature extraction.</a:t>
            </a:r>
          </a:p>
          <a:p>
            <a:pPr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integration</a:t>
            </a:r>
          </a:p>
        </p:txBody>
      </p:sp>
    </p:spTree>
    <p:extLst>
      <p:ext uri="{BB962C8B-B14F-4D97-AF65-F5344CB8AC3E}">
        <p14:creationId xmlns:p14="http://schemas.microsoft.com/office/powerpoint/2010/main" val="3325048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EB03-471D-023A-92FE-5885289A5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1292" y="213852"/>
            <a:ext cx="10018713" cy="100534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D800A7-CF5E-89DA-305B-1D45DF240D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239881"/>
              </p:ext>
            </p:extLst>
          </p:nvPr>
        </p:nvGraphicFramePr>
        <p:xfrm>
          <a:off x="589935" y="1877961"/>
          <a:ext cx="8180440" cy="7492629"/>
        </p:xfrm>
        <a:graphic>
          <a:graphicData uri="http://schemas.openxmlformats.org/drawingml/2006/table">
            <a:tbl>
              <a:tblPr/>
              <a:tblGrid>
                <a:gridCol w="2474594">
                  <a:extLst>
                    <a:ext uri="{9D8B030D-6E8A-4147-A177-3AD203B41FA5}">
                      <a16:colId xmlns:a16="http://schemas.microsoft.com/office/drawing/2014/main" val="220035110"/>
                    </a:ext>
                  </a:extLst>
                </a:gridCol>
                <a:gridCol w="2852923">
                  <a:extLst>
                    <a:ext uri="{9D8B030D-6E8A-4147-A177-3AD203B41FA5}">
                      <a16:colId xmlns:a16="http://schemas.microsoft.com/office/drawing/2014/main" val="593902242"/>
                    </a:ext>
                  </a:extLst>
                </a:gridCol>
                <a:gridCol w="2852923">
                  <a:extLst>
                    <a:ext uri="{9D8B030D-6E8A-4147-A177-3AD203B41FA5}">
                      <a16:colId xmlns:a16="http://schemas.microsoft.com/office/drawing/2014/main" val="2848928251"/>
                    </a:ext>
                  </a:extLst>
                </a:gridCol>
              </a:tblGrid>
              <a:tr h="35080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 Tasks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Selection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Design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 Design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Tasks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Purchase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Assembly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Testing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856077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491515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677540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542551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30765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871199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977416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964885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318159"/>
                  </a:ext>
                </a:extLst>
              </a:tr>
              <a:tr h="43966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90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614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EEDE2-261D-D3DE-CFC0-6B08C8E6F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775" y="243348"/>
            <a:ext cx="10018713" cy="73987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Next Week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78465-38B4-3DE5-B997-426623C5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078" y="1248698"/>
            <a:ext cx="10018713" cy="4748980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Purchase hardware components.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the prototype.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LiDAR with Raspberry Pi.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real-time sensor data.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 software implementation.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Qiskit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simulation.</a:t>
            </a:r>
          </a:p>
        </p:txBody>
      </p:sp>
    </p:spTree>
    <p:extLst>
      <p:ext uri="{BB962C8B-B14F-4D97-AF65-F5344CB8AC3E}">
        <p14:creationId xmlns:p14="http://schemas.microsoft.com/office/powerpoint/2010/main" val="480557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2D3D-9969-AD6B-8AB3-D8B53D0F3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8861C-038E-FB38-6E3F-328F4C784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4103" y="2666999"/>
            <a:ext cx="9398920" cy="312420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Raspberry Pi prototype.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obstacle detection.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Quantum-assisted software pipeline.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hardware validation.</a:t>
            </a:r>
          </a:p>
        </p:txBody>
      </p:sp>
    </p:spTree>
    <p:extLst>
      <p:ext uri="{BB962C8B-B14F-4D97-AF65-F5344CB8AC3E}">
        <p14:creationId xmlns:p14="http://schemas.microsoft.com/office/powerpoint/2010/main" val="2405350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tse4.mm.bing.net/th/id/OIP.CdCtJ49L39lo4WWvqLAfRAHaHa?pid=Api&amp;P=0&amp;h=180">
            <a:extLst>
              <a:ext uri="{FF2B5EF4-FFF2-40B4-BE49-F238E27FC236}">
                <a16:creationId xmlns:a16="http://schemas.microsoft.com/office/drawing/2014/main" id="{83667167-C60D-3A25-CDF6-A64F87177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06" y="2244213"/>
            <a:ext cx="3913240" cy="232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297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59</TotalTime>
  <Words>281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Times New Roman</vt:lpstr>
      <vt:lpstr>Parallax</vt:lpstr>
      <vt:lpstr>Project Title: Wave-Based Computation Using Dynamic Liquid Media and Quantum Simulation</vt:lpstr>
      <vt:lpstr>Work Completed (Week 4)</vt:lpstr>
      <vt:lpstr>Hardware Architecture</vt:lpstr>
      <vt:lpstr>Raspberry Pi Software Workflow</vt:lpstr>
      <vt:lpstr>Data Flow </vt:lpstr>
      <vt:lpstr>Who Did What?</vt:lpstr>
      <vt:lpstr>Current Status</vt:lpstr>
      <vt:lpstr> Next Week Plan</vt:lpstr>
      <vt:lpstr>Expected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ramyasenthilkumar0407@gmail.com</dc:creator>
  <cp:lastModifiedBy>ramyasenthilkumar0407@gmail.com</cp:lastModifiedBy>
  <cp:revision>3</cp:revision>
  <dcterms:created xsi:type="dcterms:W3CDTF">2026-07-12T23:52:48Z</dcterms:created>
  <dcterms:modified xsi:type="dcterms:W3CDTF">2026-07-19T23:56:14Z</dcterms:modified>
</cp:coreProperties>
</file>